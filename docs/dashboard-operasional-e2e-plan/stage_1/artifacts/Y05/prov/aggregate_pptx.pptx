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Laporan Y05 uji aggregate_pptx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Kabupaten Subang</c:v>
                  </c:pt>
                  <c:pt idx="1">
                    <c:v>Kabupaten Karawang</c:v>
                  </c:pt>
                  <c:pt idx="2">
                    <c:v>Kabupaten Sumedang</c:v>
                  </c:pt>
                  <c:pt idx="3">
                    <c:v>Kota Cimahi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Laporan Y05 uji aggregate_pptx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A"/>
                </a:solidFill>
              </a:rPr>
              <a:t>Data per 2026-09-28T19:31:08.131Z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6FA"/>
                </a:solidFill>
              </a:rPr>
              <a:t>Filter: skala dilaporkan = micro | Cakupan: Provinsi Jawa Barat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6FA"/>
                </a:solidFill>
              </a:rPr>
              <a:t>Dinas Koperasi dan Usaha Kecil Provinsi Jawa Barat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91"/>
                </a:solidFill>
              </a:rPr>
              <a:t>Laporan Y05 uji aggregate_pptx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097280"/>
          <a:ext cx="105156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91"/>
                </a:solidFill>
              </a:rPr>
              <a:t>Tabel Agregasi · Laporan Y05 uji aggregate_pptx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515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201168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Kelompok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9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Jumlah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9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Share (%)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9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Kumulatif (%)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9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Kabupaten Subang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Kabupaten Karawang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16.7%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66.7%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Kabupaten Sumedang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16.7%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83.4%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Kota Cimahi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16.7%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Laporan Y05 uji aggregate_pptx</dc:title>
  <dc:subject>PptxGenJS Presentation</dc:subject>
  <dc:creator>PptxGenJS</dc:creator>
  <cp:lastModifiedBy>PptxGenJS</cp:lastModifiedBy>
  <cp:revision>1</cp:revision>
  <dcterms:created xsi:type="dcterms:W3CDTF">2026-09-28T19:36:20Z</dcterms:created>
  <dcterms:modified xsi:type="dcterms:W3CDTF">2026-09-28T19:36:20Z</dcterms:modified>
</cp:coreProperties>
</file>